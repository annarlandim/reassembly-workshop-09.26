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F2606-5911-C633-E22D-ADDFBD4ED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67EBAD-AE12-7A47-84A4-8CD651467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503B52-FB45-A512-EE4B-1F28725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11E689-B76C-FAF2-24B0-7E8D187C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D02258-5487-9696-ACAF-044F63B7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36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21F84-1BFC-0CF2-3E1E-85685D81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5BCAC9-7D05-E23B-43D4-D62479F7B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02AF4-CCC0-8366-DB45-B51BFADD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BA714-2F2A-0451-C9FB-DC8A7136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B2913-2BD2-A92B-92F1-E6001466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65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A6F47-000A-622A-4A5E-95AD780B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C3BC7A-2F92-A5B8-3048-921A31EED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B1E4E3-76E5-5B15-375F-35672A9C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1C7A4-06A8-C035-F4AB-3BAF88CD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8BFB3-C997-0181-49DD-0C05572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77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B6077-CC7B-CD70-6FB7-C21F0B8D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3B126D-A49C-F084-ACAB-D25AFFA0C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3DD456-7A0E-99C2-C0D7-1BB5BEF8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89FDC8-2530-5263-6D22-2700B640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A4A5D2-FFBE-E87E-93F9-32A868A4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50E1FC-62A7-FF22-F1D6-4752A5D2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50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9395F-6517-50A8-F732-28FAFACF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44E954-37AA-1525-D725-78C9B0F35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A186D6-F62F-D44F-BC45-0990CAF24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57D65E-574D-C2F0-FF92-3C33E4853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FFDDF0-76E5-CEA9-A001-7C7087C10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51F258-58D1-E4CE-DD45-7C4ED974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0FB3F1-A7F0-44B8-BE2B-F6A49B05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7E0F3E-CD4F-1DD0-807D-5E6858AC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70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2E6E8-FC8C-8739-7440-476AC4A8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0F63A7-2877-5773-504B-3A0DD1B7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EEF876-E842-64A0-E451-BD885B87F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07D712-8448-3255-2D55-6E86C222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75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F760A9-7ED6-8B1D-F6A0-F82DA926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9EDC74-16C1-9EE4-21BA-D1E3D976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EAA44E-DA02-C87C-8AED-C158C5EC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80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1840B-2E8C-B53D-2C2F-19061D625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05E33C-56C2-D407-F0F4-9EE834F63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66793D-AA21-D9F5-D87F-32CEF24D9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49989-11E1-C76F-E149-7039BCF6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4C255-9F40-447F-2C9A-BB094F21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66F94C-0ED3-4D10-1106-0A929D4B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26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7B0C3-048B-8F79-9276-04F65BBF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35AF96-3FBD-F406-F69D-2B0825926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CD91FE-A406-25CB-05EE-EAE365ECE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31D8CB-D694-1CE8-6F8A-2C848348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6AD337-BD97-6AB1-E649-1C4B6893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44D024-C5D5-2A2E-5A77-A275AB6B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86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79802-2896-D51E-8A5C-6BE1C046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917AF1-01E3-71AC-8E38-FE1CC8892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E2D1E-2FDD-E36A-DD0F-050F941F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97CBD-14CF-CB82-E485-806CBEA8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65CFD-3D14-04DE-62FE-85D8540F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79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603ED6-233F-51B3-7AAE-AD13DDD67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487363-FD57-0291-B605-08A16E228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A87036-AE11-FC77-55E9-B0A47767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9EADD-E0E2-CF88-5941-30DF445B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DFE82B-88E2-654F-2D0D-0006479C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10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4F974F-975A-7E94-A73F-57C2DBFD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87F5C6-2992-1B59-F26C-96989340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B4504-29C7-81A2-A900-A45C4948D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C728F-F4F7-4B0E-B566-119A3DF39AA2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7DCE82-93B0-10BE-E7B4-EF76AC9EF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AFB91B-FCC8-FEEF-B624-FD82A70E0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8F923-D242-4E74-B378-FAA0A3AAAC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8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7E966-B91F-0396-C718-20E4E7104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Reassembly stats workshop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A0A479-083E-0EE3-3EDF-ED7BC7262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Anna &amp; Nico</a:t>
            </a:r>
          </a:p>
          <a:p>
            <a:r>
              <a:rPr lang="de-DE" dirty="0"/>
              <a:t>01.09.2026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72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E0428-37B4-3292-8C61-67CCDC95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to organize your project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D79968-8A51-EFFE-799C-28E703A5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Several ways to connect R to GitHub </a:t>
            </a:r>
          </a:p>
          <a:p>
            <a:pPr lvl="1"/>
            <a:r>
              <a:rPr lang="de-DE" dirty="0"/>
              <a:t>You can keep track of changes</a:t>
            </a:r>
          </a:p>
          <a:p>
            <a:pPr lvl="1"/>
            <a:r>
              <a:rPr lang="de-DE" dirty="0"/>
              <a:t>Shared projects</a:t>
            </a:r>
          </a:p>
          <a:p>
            <a:pPr lvl="1"/>
            <a:r>
              <a:rPr lang="de-DE" dirty="0"/>
              <a:t>Project in the cloud</a:t>
            </a:r>
            <a:endParaRPr lang="pt-BR" dirty="0"/>
          </a:p>
        </p:txBody>
      </p:sp>
      <p:pic>
        <p:nvPicPr>
          <p:cNvPr id="4" name="Imagem 3" descr="GitHub Desktop Application">
            <a:extLst>
              <a:ext uri="{FF2B5EF4-FFF2-40B4-BE49-F238E27FC236}">
                <a16:creationId xmlns:a16="http://schemas.microsoft.com/office/drawing/2014/main" id="{5F0247FE-0F4C-CADE-D1B4-1587E24E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078" y="821532"/>
            <a:ext cx="3290886" cy="137636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32458B5-2871-5028-0205-A89337C3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806" y="2855990"/>
            <a:ext cx="6309827" cy="30167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F3B4200-E9B6-6EA9-18F9-76AC98E14041}"/>
              </a:ext>
            </a:extLst>
          </p:cNvPr>
          <p:cNvSpPr txBox="1"/>
          <p:nvPr/>
        </p:nvSpPr>
        <p:spPr>
          <a:xfrm>
            <a:off x="639095" y="6176963"/>
            <a:ext cx="7777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https://github.com/annarlandim/Reassembly-Workshop-09.26</a:t>
            </a:r>
          </a:p>
        </p:txBody>
      </p:sp>
    </p:spTree>
    <p:extLst>
      <p:ext uri="{BB962C8B-B14F-4D97-AF65-F5344CB8AC3E}">
        <p14:creationId xmlns:p14="http://schemas.microsoft.com/office/powerpoint/2010/main" val="233596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05AFF-D882-606D-B5C5-8FD013C1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Organizing your project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FC819E-ABCF-0438-DAB4-68AA62371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6" y="1690687"/>
            <a:ext cx="6594987" cy="4906757"/>
          </a:xfrm>
        </p:spPr>
        <p:txBody>
          <a:bodyPr>
            <a:normAutofit/>
          </a:bodyPr>
          <a:lstStyle/>
          <a:p>
            <a:r>
              <a:rPr lang="de-DE" dirty="0"/>
              <a:t>Rproject</a:t>
            </a:r>
          </a:p>
          <a:p>
            <a:r>
              <a:rPr lang="de-DE" dirty="0"/>
              <a:t>Data:</a:t>
            </a:r>
          </a:p>
          <a:p>
            <a:pPr lvl="1"/>
            <a:r>
              <a:rPr lang="de-DE" dirty="0"/>
              <a:t>Raw </a:t>
            </a:r>
          </a:p>
          <a:p>
            <a:pPr lvl="1"/>
            <a:r>
              <a:rPr lang="de-DE" dirty="0"/>
              <a:t>Clean (corrected)</a:t>
            </a:r>
          </a:p>
          <a:p>
            <a:pPr lvl="1"/>
            <a:r>
              <a:rPr lang="de-DE" dirty="0"/>
              <a:t>Processed (changed)</a:t>
            </a:r>
          </a:p>
          <a:p>
            <a:r>
              <a:rPr lang="de-DE" dirty="0"/>
              <a:t>Renv</a:t>
            </a:r>
          </a:p>
          <a:p>
            <a:pPr lvl="1"/>
            <a:r>
              <a:rPr lang="de-DE" dirty="0"/>
              <a:t>Libraries</a:t>
            </a:r>
          </a:p>
          <a:p>
            <a:pPr lvl="1"/>
            <a:r>
              <a:rPr lang="de-DE" dirty="0"/>
              <a:t>.gitignore </a:t>
            </a:r>
          </a:p>
          <a:p>
            <a:pPr marL="457200" lvl="1" indent="0">
              <a:buNone/>
            </a:pPr>
            <a:r>
              <a:rPr lang="de-DE" dirty="0"/>
              <a:t>(everything you dont want</a:t>
            </a:r>
          </a:p>
          <a:p>
            <a:pPr marL="457200" lvl="1" indent="0">
              <a:buNone/>
            </a:pPr>
            <a:r>
              <a:rPr lang="de-DE" dirty="0"/>
              <a:t> to go to github)</a:t>
            </a:r>
          </a:p>
          <a:p>
            <a:r>
              <a:rPr lang="de-DE" dirty="0"/>
              <a:t>Readme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7730A71-ED0C-E91E-0A53-AC5AC8CCF239}"/>
              </a:ext>
            </a:extLst>
          </p:cNvPr>
          <p:cNvSpPr txBox="1">
            <a:spLocks/>
          </p:cNvSpPr>
          <p:nvPr/>
        </p:nvSpPr>
        <p:spPr>
          <a:xfrm>
            <a:off x="4434347" y="2979532"/>
            <a:ext cx="7106266" cy="387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Scripts</a:t>
            </a:r>
          </a:p>
          <a:p>
            <a:r>
              <a:rPr lang="de-DE" dirty="0"/>
              <a:t>Utils</a:t>
            </a:r>
          </a:p>
          <a:p>
            <a:pPr lvl="1"/>
            <a:r>
              <a:rPr lang="de-DE" dirty="0"/>
              <a:t>functions (script with all built-in function)</a:t>
            </a:r>
          </a:p>
          <a:p>
            <a:pPr lvl="1"/>
            <a:r>
              <a:rPr lang="de-DE" dirty="0"/>
              <a:t>workflow (script that calls all other scripts)</a:t>
            </a:r>
          </a:p>
          <a:p>
            <a:r>
              <a:rPr lang="de-DE" dirty="0"/>
              <a:t>Output</a:t>
            </a:r>
          </a:p>
          <a:p>
            <a:pPr lvl="1"/>
            <a:r>
              <a:rPr lang="de-DE" dirty="0"/>
              <a:t>Figures</a:t>
            </a:r>
          </a:p>
          <a:p>
            <a:pPr lvl="1"/>
            <a:r>
              <a:rPr lang="pt-BR" dirty="0"/>
              <a:t>.</a:t>
            </a:r>
            <a:r>
              <a:rPr lang="pt-BR" dirty="0" err="1"/>
              <a:t>csv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RDS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results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2F69430-B20B-CB7B-CFE7-CE1B7901E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223" y="103173"/>
            <a:ext cx="5380171" cy="344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416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98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Reassembly stats workshop</vt:lpstr>
      <vt:lpstr>How to organize your project</vt:lpstr>
      <vt:lpstr>Organizing your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Reviwer</dc:creator>
  <cp:lastModifiedBy>Reviwer</cp:lastModifiedBy>
  <cp:revision>1</cp:revision>
  <dcterms:created xsi:type="dcterms:W3CDTF">2026-08-31T05:58:11Z</dcterms:created>
  <dcterms:modified xsi:type="dcterms:W3CDTF">2026-09-01T07:49:51Z</dcterms:modified>
</cp:coreProperties>
</file>